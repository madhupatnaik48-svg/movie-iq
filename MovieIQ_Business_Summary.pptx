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362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0:00-0:25. Open with energy. "Every year, studios pour millions into films before they know if audiences will show up. MovieIQ is an end-to-end analytics project that turns planning-stage data -- budget, genre, expected popularity -- into a predictive signal studios can use before a single ticket is sold." State this is a 7-minute walkthrough of the business problem, what the data revealed, and what the model can (and can't)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0:25-1:05. "We define success simply: revenue greater than budget. Three groups care about getting this right ahead of time -- studios deciding what to fund, investors sizing risk, and producers benchmarking a project. Because the outcome is binary -- did it succeed or not -- this is a classification problem, not a revenue-forecasting problem. That distinction shapes every choice we make downstream."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1:05-1:35. "The project follows five stages: clean and label the data, explore it, statistically validate what we see, train a model on only the features known before release, and ship it behind a live dashboard. Every chart and number in this deck comes directly out of that pipeline -- nothing here is hand-picked after the fact."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1:35-2:20. "Here's the dataset: 2,000 movies, roughly 81% of them successful by our definition, averaging about $102 million in budget against $178 million in revenue. Budget and revenue do correlate -- 0.76 -- but look at the scatter plot: plenty of big-budget films still land below the break-even line, and small-budget films land above it. Budget raises the ceiling, it doesn't decide the outcome -- which is exactly why we need more than one signal."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2:20-3:10. "Before trusting any pattern, we test it. The t-test says popularity really is different between hits and misses -- p equals 0.04, statistically significant. But the chi-square test on genre comes back at p equals 0.99 -- essentially no association. That's an important, honest finding: genre looks like it matters in a bar chart, but statistically, in this dataset, it doesn't. We let the data correct our intuition instead of the other way around."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3:10-4:10. "We trained a Random Forest on only planning-stage features -- budget, popularity, runtime, rating, and genre -- deliberately excluding revenue itself, which would leak the answer. On held-out data it lands at 69% accuracy, 81% precision, and roughly 80% recall and F1. Feature importance confirms the four numeric features do the heavy lifting; genre contributes comparatively little, matching the chi-square result. We also tuned the model to actually try to catch failures rather than just predicting success every time, which cost us a bit of raw accuracy but makes the model genuinely useful rather than trivially correct 81% of the time by just guessing the majority class."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4:10-4:50. "All of this ships behind a live Streamlit dashboard -- not just a static notebook. A studio analyst can filter by genre, watch the statistical tests recompute live, and type in a hypothetical film's budget, runtime, and genre to get an instant success probability. It's deployed to the cloud, so there's nothing to install -- just a browser tab." (If you have a real screen recording of the app, cut to it here instead of this mockup slide.)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4:50-5:30. "No model presentation is complete without limitations. MovieIQ has never seen a marketing budget, a release calendar, a cast list, or a franchise flag -- all of which meaningfully move real box office outcomes. And structurally, every feature we do have correlates with success only weakly. That's not a modeling failure to hide -- it's an honest ceiling set by the data, and it tells us exactly where the next investment in this project should go."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5:30-6:15. "So where does this go next? Four concrete steps: enrich the dataset with marketing and release-timing data, benchmark stronger models like XGBoost, add SHAP-based explainability so every prediction comes with a reason, and -- most importantly -- actually embed this into the greenlight review workflow rather than leaving it as a standalone dashboard. That last step is what turns a class project into a business tool."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6:15-7:00. "To close: MovieIQ isn't meant to replace a greenlight committee -- it's meant to give them a statistically grounded second opinion before money moves, and a clear, specific list of what data would sharpen that opinion further. Thank you -- happy to take questions, or walk through the live dashboard." Pause for 2-3 seconds on this slide before cutting the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MOVIEIQ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on Film Success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planning-stage movie data into a data-backed greenlight signal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2011680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Summary &amp; Key Insights  •  7-Minute 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 |  Python · scikit-learn ·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movie earns back its budget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is labeled successful when its revenue exceeds its production budget. Greenlighting happens before any of that revenue is known — making it a high-stakes, capital-intensive bet.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90672"/>
            <a:ext cx="237744" cy="23774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00837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3192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scripts to greenlight and how to size the budget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59352"/>
            <a:ext cx="237744" cy="23774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8770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187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financial risk before committing capital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28032"/>
            <a:ext cx="237744" cy="23774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74573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5056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 project against similar past films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6916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0F0F1E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965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331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&gt; Budget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858000" y="3108960"/>
            <a:ext cx="438912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291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classification problem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3639312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only takes two values — Success (1) or Failure (0) — so the goal is to predict a category, not an exact revenue figure. That's exactly what binary classification models are built for.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five-stage, reproducible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377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9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97180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47472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2,000 movies; remove invalid budget/revenue; build the target label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61488" y="21945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4F4F8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9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297180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347472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budget, genre, popularity &amp; ratings relate to success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74336" y="21945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4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138928" y="2377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9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38928" y="297180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38928" y="347472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and Chi-Square confirm which patterns are real, not noise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87184" y="21945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0F0F1E"/>
          </a:solidFill>
          <a:ln/>
        </p:spPr>
      </p:sp>
      <p:sp>
        <p:nvSpPr>
          <p:cNvPr id="17" name="Text 15"/>
          <p:cNvSpPr/>
          <p:nvPr/>
        </p:nvSpPr>
        <p:spPr>
          <a:xfrm>
            <a:off x="7351776" y="2377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51776" y="297180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51776" y="347472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trained on planning-stage features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00032" y="21945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4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9564624" y="2377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9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564624" y="297180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64624" y="347472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for exploration and live prediction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 movies, four KPIs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4767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4F8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4767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successful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7830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94767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$101.9M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8076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budget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41080" y="17830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94767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$178.1M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7824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</a:t>
            </a:r>
            <a:endParaRPr lang="en-US" sz="1200" dirty="0"/>
          </a:p>
        </p:txBody>
      </p:sp>
      <p:pic>
        <p:nvPicPr>
          <p:cNvPr id="16" name="Image 0" descr="assets/budget_vs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4800600" cy="28803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30936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vs. Revenue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09360" y="39319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0.76 — a real relationship, but far from a guarantee.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443484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budgets raise the revenue ceiling — but plenty of high-budget films still land below the break-even line.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low-budget movies land above it, proving budget alone doesn't decide the outcome.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reason the model needs more than one input feature.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SIGNAL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patterns are real — and which aren't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4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T-Test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Popularity: Successful vs. Unsuccessful Movies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0.0397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0.05 threshold — we reject the null hypothesis. Popularity genuinely differs between successful and unsuccessful movies.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popularity earns its place as a model feature — it's not just a visual hunch.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0F0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19659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9659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Test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9224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vs. Success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0.9946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41605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above 0.05 — we fail to reject the null hypothesis. Genre and success are statistically independent in this data.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212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small differences in per-genre success rate are noise, not a real effect — a corrective finding worth stating plainly.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what it gets right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73736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874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73736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874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8076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41080" y="173736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4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874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7824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pic>
        <p:nvPicPr>
          <p:cNvPr id="16" name="Image 0" descr="asse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5148072" cy="3063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537960" y="33375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prediction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7960" y="3794760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Popularity, budget, vote average, and runtime carry roughly equal, moderate weight — no single feature dominates.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genres each contribute far less — consistent with the Chi-Square result on the previous slide.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Balanced-class training trades a little raw accuracy for a model that actually attempts to flag failures, not just default to “success.”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 LIFE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dashboard, not just a notebook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206240"/>
          </a:xfrm>
          <a:prstGeom prst="roundRect">
            <a:avLst>
              <a:gd name="adj" fmla="val 2609"/>
            </a:avLst>
          </a:prstGeom>
          <a:solidFill>
            <a:srgbClr val="0F0F1E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🎬  MovieIQ — Predictive Analytics on Film Success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C1C3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15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C1C36"/>
          </a:solidFill>
          <a:ln/>
        </p:spPr>
      </p:sp>
      <p:sp>
        <p:nvSpPr>
          <p:cNvPr id="10" name="Text 8"/>
          <p:cNvSpPr/>
          <p:nvPr/>
        </p:nvSpPr>
        <p:spPr>
          <a:xfrm>
            <a:off x="2532888" y="2715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80.7%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532888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14216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C1C36"/>
          </a:solidFill>
          <a:ln/>
        </p:spPr>
      </p:sp>
      <p:sp>
        <p:nvSpPr>
          <p:cNvPr id="13" name="Text 11"/>
          <p:cNvSpPr/>
          <p:nvPr/>
        </p:nvSpPr>
        <p:spPr>
          <a:xfrm>
            <a:off x="4105656" y="2715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$101.9M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05656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Budget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86984" y="260604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C1C36"/>
          </a:solidFill>
          <a:ln/>
        </p:spPr>
      </p:sp>
      <p:sp>
        <p:nvSpPr>
          <p:cNvPr id="16" name="Text 14"/>
          <p:cNvSpPr/>
          <p:nvPr/>
        </p:nvSpPr>
        <p:spPr>
          <a:xfrm>
            <a:off x="5678424" y="2715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$178.1M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78424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3794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🔮  Predict a Movie's Success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206240"/>
            <a:ext cx="6035040" cy="1463040"/>
          </a:xfrm>
          <a:prstGeom prst="roundRect">
            <a:avLst>
              <a:gd name="adj" fmla="val 5000"/>
            </a:avLst>
          </a:prstGeom>
          <a:solidFill>
            <a:srgbClr val="1C1C36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3708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Popularity · Runtime · Vote Average · Genre  →  input fields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1560" y="48463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846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 — 78.3% confidence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43800" y="1956816"/>
            <a:ext cx="201168" cy="20116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18836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Filters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0956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minimum rating, updating every chart live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43800" y="3008376"/>
            <a:ext cx="201168" cy="20116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29352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Statistical Tests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09560" y="32461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&amp; Chi-Square results, recalculated in-app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43800" y="4059936"/>
            <a:ext cx="201168" cy="20116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0" name="Text 28"/>
          <p:cNvSpPr/>
          <p:nvPr/>
        </p:nvSpPr>
        <p:spPr>
          <a:xfrm>
            <a:off x="7909560" y="3986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Prediction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09560" y="4297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hypothetical film, get a probability in real time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5349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Streamlit Community Cloud — accessible from any browser, no install required.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MovieIQ can't see — yet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marketing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is often as decisive as production budget, and isn't in this dataset.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4F8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011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release timing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560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and competing releases in the same window aren't captured.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4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51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cast or franchise signal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power, director track record, and sequel/franchise status are missing.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4251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feature correlations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48006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available numeric feature correlates with success at only ±0.03–0.05 — a real ceiling on accuracy.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9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proof-of-concept to production signal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4F4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 the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marketing spend, release date, franchise flag, and cast/director history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92024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4F4F8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29000" y="28346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 the model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34290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gradient-boosted trees (XGBoost/LightGBM) with cross-validation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92024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4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28346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explainability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34290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SHAP values so each prediction shows exactly why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41080" y="192024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0F0F1E"/>
          </a:solidFill>
          <a:ln/>
        </p:spPr>
      </p:sp>
      <p:sp>
        <p:nvSpPr>
          <p:cNvPr id="17" name="Text 15"/>
          <p:cNvSpPr/>
          <p:nvPr/>
        </p:nvSpPr>
        <p:spPr>
          <a:xfrm>
            <a:off x="882396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823960" y="28346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it in the workflow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23960" y="34290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dashboard's prediction step into the greenlight review process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MovieIQ won't tell a studio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greenlight.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them a statistically grounded second opinion before the money is spent —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clear map of what data to collect next to make that opinion sharper.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2011680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074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|  Dashboard, notebook, and code available on request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1725</Words>
  <Application>Microsoft Office PowerPoint</Application>
  <PresentationFormat>Widescreen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Madhulata Mukkamala</cp:lastModifiedBy>
  <cp:revision>1</cp:revision>
  <dcterms:created xsi:type="dcterms:W3CDTF">2026-08-01T13:59:43Z</dcterms:created>
  <dcterms:modified xsi:type="dcterms:W3CDTF">2026-08-01T14:56:50Z</dcterms:modified>
</cp:coreProperties>
</file>